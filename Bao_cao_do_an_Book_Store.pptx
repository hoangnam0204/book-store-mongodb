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881360" cy="512064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5A0000"/>
                </a:solidFill>
              </a:defRPr>
            </a:pPr>
            <a:r>
              <a:t>BÁO CÁO ĐỒ ÁN MÔN HỌC</a:t>
            </a:r>
          </a:p>
          <a:p>
            <a:pPr algn="ctr">
              <a:defRPr sz="2400" b="1">
                <a:solidFill>
                  <a:srgbClr val="850000"/>
                </a:solidFill>
              </a:defRPr>
            </a:pPr>
            <a:r>
              <a:t>LẬP TRÌNH WEB NÂNG 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2C2C"/>
                </a:solidFill>
              </a:defRPr>
            </a:pPr>
            <a:r>
              <a:t>Đề tài: Xây dựng website bán sách trực tuyến Book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2131" y="3657600"/>
            <a:ext cx="598112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</a:t>
            </a:r>
            <a:r>
              <a:rPr lang="vi-VN" dirty="0"/>
              <a:t>Hà Hoàng Nam - 2174802010300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</a:defRPr>
            </a:pPr>
            <a:r>
              <a:rPr lang="vi-VN" dirty="0"/>
              <a:t>                              Phan Đăng Khanh - 2174802010299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</a:defRPr>
            </a:pPr>
            <a:r>
              <a:rPr lang="vi-VN" dirty="0"/>
              <a:t>                              Nguyễn Duy Khang - 2374802010212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</a:defRPr>
            </a:pPr>
            <a:r>
              <a:rPr dirty="0" err="1"/>
              <a:t>Lớp</a:t>
            </a:r>
            <a:r>
              <a:rPr dirty="0"/>
              <a:t>: </a:t>
            </a:r>
            <a:r>
              <a:rPr lang="en-US" dirty="0"/>
              <a:t>252_71ITSE41403_0101</a:t>
            </a:r>
            <a:endParaRPr lang="vi-VN" dirty="0"/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</a:defRPr>
            </a:pPr>
            <a:r>
              <a:rPr dirty="0"/>
              <a:t>GVHD: </a:t>
            </a:r>
            <a:r>
              <a:rPr lang="vi-VN" dirty="0"/>
              <a:t>Th.S Đặng Đình Hòa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Báo cáo đồ án môn học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1. Giới thiệu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Tổng quan về mục tiêu và phạm vi của đồ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Tên đề tài: Website bán sách trực tuyến Book Store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Mục tiêu xây dựng một hệ thống web hoàn chỉnh phục vụ bán sách và quản lý dữ liệu trực tuyến.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Các chức năng chính: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Xem danh sách sản phẩm, tìm kiếm và lọc theo thể loại hoặc giá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Đăng ký, đăng nhập, giỏ hàng, thanh toán, lịch sử đơn hàng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Trang quản trị cho admin để CRUD sản phẩm, danh mục và quản lý đơn hàng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Dữ liệu được lưu trữ bằng MongoDB và triển khai online bằng Render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2.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Ngôn ngữ nền tảng tạo cấu trúc giao diện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HTML là ngôn ngữ đánh dấu dùng để xây dựng cấu trúc trang web.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Trong đề tài, HTML được dùng để tạo bố cục cho các trang: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Trang chủ, danh sách sản phẩm, chi tiết sản phẩm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Giỏ hàng, thanh toán, lịch sử đơn hàng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Đăng nhập, đăng ký, liên hệ và quản trị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HTML giúp tổ chức nội dung rõ ràng, dễ kết hợp với CSS và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3.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Công nghệ định dạng và hoàn thiện giao diện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CSS dùng để định dạng giao diện và tạo trải nghiệm trực quan cho người dùng.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Vai trò trong đồ án: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Thiết kế menu, banner, card sản phẩm, form và footer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Tạo màu sắc đồng bộ theo phong cách của website Book Store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Tùy chỉnh bố cục responsive trên nhiều kích thước màn hình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CSS giúp website đẹp hơn, dễ sử dụng hơn và chuyên nghiệp hơn khi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4.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Ngôn ngữ tạo tính tương tác cho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JavaScript là ngôn ngữ xử lý tương tác trên giao diện web.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Trong đề tài, JavaScript đảm nhiệm: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Tìm kiếm, lọc sản phẩm và cập nhật danh sách hiển thị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Thêm vào giỏ hàng, mua ngay, cập nhật số lượng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Gửi dữ liệu đăng nhập, đăng ký, liên hệ và thanh toán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Hiển thị thông báo sau khi thêm, xóa hoặc cập nhật dữ liệu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5.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Môi trường backend chính của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Node.js là môi trường chạy JavaScript phía server.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Vai trò trong đồ án: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Xây dựng backend cho website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Xử lý request từ client và phản hồi dữ liệu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Kết nối với MongoDB qua Mongoose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Quản lý session, giỏ hàng, đơn hàng và xác thực người dùng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Nhờ Node.js, website hoạt động như một ứng dụng web hoàn chỉnh thay vì chỉ là các trang tĩnh.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6.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Cơ sở dữ liệu chính của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là hệ quản trị cơ sở dữ liệu NoSQL lưu trữ dữ liệu dưới dạng document.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Trong đồ án, MongoDB lưu các collection quan trọng: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users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products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categories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carts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orders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contactmessages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linh hoạt, phù hợp với dữ liệu web hiện đại và dễ tích hợp với Node.js.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7. MongoDB Atlas và MongoDB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Kết hợp giữa database online và công cụ quản lý trực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Atlas được dùng để host cơ sở dữ liệu online, giúp website hoạt động 24/7 trên Internet.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Compass được dùng để quản lý và quan sát dữ liệu trực quan.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Ý nghĩa khi demo: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Thao tác trên website online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Refresh trong Compass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Quan sát dữ liệu thay đổi theo thời gian thực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Điều này giúp chứng minh hệ thống web đã kết nối đúng với database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8. ExpressJS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Framework backend hỗ trợ xây dựng route và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ExpressJS là framework của Node.js dùng để xây dựng server và API.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Vai trò trong đề tài: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Tạo route cho frontend và backend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Xử lý API đăng nhập, sản phẩm, giỏ hàng, đơn hàng, admin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Kết nối frontend với MongoDB qua tầng xử lý backend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ExpressJS giúp cấu trúc project rõ ràng và triển khai nhanh các chức năng CRUD.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9.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Công nghệ tham khảo và hướng phát triển tiếp theo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ReactJS là thư viện JavaScript dùng để xây dựng giao diện theo component.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Trong đồ án hiện tại, nhóm chưa triển khai frontend bằng ReactJS.</a:t>
            </a:r>
          </a:p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t>Tuy nhiên ReactJS là hướng phát triển phù hợp trong tương lai: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Tách giao diện thành component dễ tái sử dụng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Quản lý trạng thái hiệu quả hơn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t>Dễ mở rộng khi hệ thống lớn hơn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Vì vậy ReactJS được xem là công nghệ tham khảo và định hướng nâng cấp cho dự án.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10. Demo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Kịch bản trình diễn chức năng chính của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C2C2C"/>
                </a:solidFill>
                <a:latin typeface="Arial"/>
              </a:defRPr>
            </a:pPr>
            <a:r>
              <a:rPr dirty="0"/>
              <a:t>Các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sẽ</a:t>
            </a:r>
            <a:r>
              <a:rPr dirty="0"/>
              <a:t> demo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 err="1"/>
              <a:t>Mở</a:t>
            </a:r>
            <a:r>
              <a:rPr dirty="0"/>
              <a:t> website online </a:t>
            </a:r>
            <a:r>
              <a:rPr dirty="0" err="1"/>
              <a:t>trên</a:t>
            </a:r>
            <a:r>
              <a:rPr dirty="0"/>
              <a:t> Render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 customer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/>
              <a:t>Thanh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 err="1"/>
              <a:t>Mở</a:t>
            </a:r>
            <a:r>
              <a:rPr dirty="0"/>
              <a:t> MongoDB Compass </a:t>
            </a:r>
            <a:r>
              <a:rPr dirty="0" err="1"/>
              <a:t>và</a:t>
            </a:r>
            <a:r>
              <a:rPr dirty="0"/>
              <a:t> refresh collection orders </a:t>
            </a:r>
            <a:r>
              <a:rPr dirty="0" err="1"/>
              <a:t>hoặc</a:t>
            </a:r>
            <a:r>
              <a:rPr dirty="0"/>
              <a:t> carts</a:t>
            </a:r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admin,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endParaRPr dirty="0"/>
          </a:p>
          <a:p>
            <a:pPr lvl="1">
              <a:spcAft>
                <a:spcPts val="400"/>
              </a:spcAft>
              <a:defRPr sz="1500">
                <a:solidFill>
                  <a:srgbClr val="2C2C2C"/>
                </a:solidFill>
                <a:latin typeface="Arial"/>
              </a:defRPr>
            </a:pPr>
            <a:r>
              <a:rPr dirty="0"/>
              <a:t>Refresh collection products </a:t>
            </a:r>
            <a:r>
              <a:rPr dirty="0" err="1"/>
              <a:t>hoặc</a:t>
            </a:r>
            <a:r>
              <a:rPr dirty="0"/>
              <a:t> categories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endParaRPr dirty="0"/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rPr dirty="0"/>
              <a:t>Link demo online: https://book-store-mongodb.onrender.com/Bookstore/Trang_chu.html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A0000"/>
                </a:solidFill>
                <a:latin typeface="Arial"/>
              </a:defRPr>
            </a:pPr>
            <a:r>
              <a:t>11. 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262"/>
                </a:solidFill>
                <a:latin typeface="Arial"/>
              </a:defRPr>
            </a:pPr>
            <a:r>
              <a:t>Nguồn tài liệu được sử dụng trong quá trình thực hiện đồ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Lập trình Web nâng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411480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241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Node.js: https://nodejs.org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ExpressJS: https://expressjs.com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Docs: https://www.mongodb.com/docs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Compass: https://www.mongodb.com/products/compass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MongoDB Atlas: https://www.mongodb.com/atlas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Render Docs: https://render.com/docs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GitHub Docs: https://docs.github.com</a:t>
            </a:r>
          </a:p>
          <a:p>
            <a:pPr>
              <a:spcAft>
                <a:spcPts val="1000"/>
              </a:spcAft>
              <a:defRPr sz="2000" b="0">
                <a:solidFill>
                  <a:srgbClr val="2C2C2C"/>
                </a:solidFill>
                <a:latin typeface="Arial"/>
              </a:defRPr>
            </a:pPr>
            <a:r>
              <a:t>Giáo trình và tài liệu môn Lập trình Web nâng cao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50000"/>
          </a:solidFill>
          <a:ln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DAAD56"/>
          </a:solidFill>
          <a:ln>
            <a:solidFill>
              <a:srgbClr val="DA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325880"/>
            <a:ext cx="10149840" cy="4206240"/>
          </a:xfrm>
          <a:prstGeom prst="roundRect">
            <a:avLst/>
          </a:prstGeom>
          <a:solidFill>
            <a:srgbClr val="FAF5F0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19993" y="2103120"/>
            <a:ext cx="372153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5A0000"/>
                </a:solidFill>
              </a:defRPr>
            </a:pPr>
            <a:r>
              <a:rPr lang="en-US" dirty="0"/>
              <a:t>Xin</a:t>
            </a:r>
            <a:r>
              <a:rPr lang="vi-VN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dirty="0" err="1"/>
              <a:t>ơn</a:t>
            </a:r>
            <a:r>
              <a:rPr dirty="0"/>
              <a:t>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 </a:t>
            </a:r>
            <a:r>
              <a:rPr dirty="0" err="1"/>
              <a:t>cô</a:t>
            </a:r>
            <a:br>
              <a:rPr dirty="0"/>
            </a:b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bạn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262"/>
                </a:solidFill>
              </a:defRPr>
            </a:pPr>
            <a:r>
              <a:t>Book Store | Xin 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1179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2174802010300 - Hà Hoàng Nam - 71K27CNTT11</cp:lastModifiedBy>
  <cp:revision>2</cp:revision>
  <dcterms:created xsi:type="dcterms:W3CDTF">2013-01-27T09:14:16Z</dcterms:created>
  <dcterms:modified xsi:type="dcterms:W3CDTF">2026-04-03T00:36:15Z</dcterms:modified>
  <cp:category/>
</cp:coreProperties>
</file>